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89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0"/>
            <a:ext cx="164592" cy="6858000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665201" y="230886"/>
            <a:ext cx="277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</a:rPr>
              <a:t>Campus Cuisine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70167" y="72694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5AA6"/>
                </a:solidFill>
              </a:rPr>
              <a:t>Development Presentation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14445" y="2686283"/>
            <a:ext cx="34429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Prepared by: SSID: 2308353</a:t>
            </a:r>
          </a:p>
          <a:p>
            <a:r>
              <a:rPr lang="en-US" sz="1500" dirty="0">
                <a:solidFill>
                  <a:srgbClr val="FFFFFF"/>
                </a:solidFill>
              </a:rPr>
              <a:t>	    SSID: </a:t>
            </a:r>
            <a:r>
              <a:rPr lang="en-GB" sz="1600" dirty="0">
                <a:solidFill>
                  <a:schemeClr val="bg1"/>
                </a:solidFill>
              </a:rPr>
              <a:t>0804824</a:t>
            </a:r>
            <a:endParaRPr lang="en-US" sz="1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Module: Full stack software development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CBAC06-B789-5F0A-681C-31D1D9142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171" y="2147012"/>
            <a:ext cx="4045975" cy="2928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F96142-0986-1E18-8CAA-4F3D48D1F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351" y="1643634"/>
            <a:ext cx="2442509" cy="3934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Commit and Folder structure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dirty="0"/>
              <a:t>Git commit description and folder description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26517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793992" y="277977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COMMIT HISTORY SCREENSHOT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1743" y="265176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1046335" y="277977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FOLDER STRUCTURE SCREENSHOT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700" dirty="0">
                <a:solidFill>
                  <a:srgbClr val="243B53"/>
                </a:solidFill>
              </a:rPr>
              <a:t>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91072" y="1499616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APP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1783080"/>
            <a:ext cx="49469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HOMEPAGE SCREENSHOT</a:t>
            </a:r>
          </a:p>
        </p:txBody>
      </p:sp>
      <p:sp>
        <p:nvSpPr>
          <p:cNvPr id="13" name="Shape 11"/>
          <p:cNvSpPr/>
          <p:nvPr/>
        </p:nvSpPr>
        <p:spPr>
          <a:xfrm>
            <a:off x="6126480" y="3611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291072" y="37398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4023360"/>
            <a:ext cx="215798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MENU CARD EXAMPLE SCREENSHOT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36118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Text 15"/>
          <p:cNvSpPr/>
          <p:nvPr/>
        </p:nvSpPr>
        <p:spPr>
          <a:xfrm>
            <a:off x="9079992" y="373989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MAIN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16568" y="4023360"/>
            <a:ext cx="215798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ORDER SUMMARY SCREENSHOT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EF24B-56B6-D7D8-92F7-B0209C11F3FF}"/>
              </a:ext>
            </a:extLst>
          </p:cNvPr>
          <p:cNvSpPr txBox="1"/>
          <p:nvPr/>
        </p:nvSpPr>
        <p:spPr>
          <a:xfrm>
            <a:off x="548640" y="1222310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 overview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Icons and labels (fonts etc)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303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Repository name: 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Main branch used: 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Development period: </a:t>
            </a:r>
          </a:p>
          <a:p>
            <a:pPr marL="203200" indent="-203200">
              <a:buSzPct val="100000"/>
              <a:buChar char="•"/>
            </a:pPr>
            <a:endParaRPr lang="en-US" sz="1650" dirty="0">
              <a:solidFill>
                <a:srgbClr val="243B53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Contributions and commits over the month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27AF41-677C-3838-72FF-90FB3147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15" y="1738895"/>
            <a:ext cx="4773329" cy="4029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planning and technical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Initial project idea.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Provisional file structure.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Chosen technologies: 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54112" y="16824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657600"/>
            <a:ext cx="4800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611112" y="3728376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INITIAL FILE STRUCTURE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8DF1D0-CC12-A306-6FC6-75D8DACA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51" y="3947832"/>
            <a:ext cx="4366337" cy="1490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and project goals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AA6"/>
                </a:solidFill>
              </a:rPr>
              <a:t>Functional requirements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AA6"/>
                </a:solidFill>
              </a:rPr>
              <a:t>Non-functional requirements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Display food items or menu categories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Add and remove items from cart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Complete checkout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Store order details in the database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Generate receipt or confirmation output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029968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Usable and easy to navigate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Reliable when handling order data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Maintainable code structure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243B53"/>
                </a:solidFill>
              </a:rPr>
              <a:t>Fast enough for normal campus usage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timeline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3291840"/>
            <a:ext cx="9692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621792" cy="621792"/>
          </a:xfrm>
          <a:prstGeom prst="ellipse">
            <a:avLst/>
          </a:prstGeom>
          <a:solidFill>
            <a:srgbClr val="1F5A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1. Setup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Project created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Tech selected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2980944"/>
            <a:ext cx="621792" cy="621792"/>
          </a:xfrm>
          <a:prstGeom prst="ellipse">
            <a:avLst/>
          </a:prstGeom>
          <a:solidFill>
            <a:srgbClr val="2CB1B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6324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2. UI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9631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Pages and components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added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57800" y="2980944"/>
            <a:ext cx="621792" cy="621792"/>
          </a:xfrm>
          <a:prstGeom prst="ellipse">
            <a:avLst/>
          </a:prstGeom>
          <a:solidFill>
            <a:srgbClr val="19947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5780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3.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9087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Schema and 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work added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2980944"/>
            <a:ext cx="621792" cy="6217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5236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4.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8543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Frontend + backend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connected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46920" y="2980944"/>
            <a:ext cx="621792" cy="62179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646920" y="3136392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194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5. Testing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79992" y="37673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Fixes and refinements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43B53"/>
                </a:solidFill>
              </a:rPr>
              <a:t>made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– Front-end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Pages or views created: homepage, all menus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Components built: menu cards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Navigation and layout decisions</a:t>
            </a:r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243B53"/>
                </a:solidFill>
              </a:rPr>
              <a:t>Style decisions: simple light layout description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463523" y="3730378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3628115" y="385839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STYLE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64691" y="4141858"/>
            <a:ext cx="19751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i="1" dirty="0"/>
              <a:t>DESSERTS SCREENSHOT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3843" y="3730378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88435" y="385839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UI STYLE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5011" y="4141858"/>
            <a:ext cx="197510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MAINS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– Database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2120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Database tables</a:t>
            </a:r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Fields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243B53"/>
                </a:solidFill>
              </a:rPr>
              <a:t>How products, orders, and receipts relate to each other?</a:t>
            </a:r>
            <a:endParaRPr lang="en-US" sz="163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448970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dirty="0"/>
              <a:t>SCREENSHOT OF BACKEND SCHEMA</a:t>
            </a:r>
          </a:p>
        </p:txBody>
      </p:sp>
      <p:sp>
        <p:nvSpPr>
          <p:cNvPr id="15" name="Text 13"/>
          <p:cNvSpPr/>
          <p:nvPr/>
        </p:nvSpPr>
        <p:spPr>
          <a:xfrm>
            <a:off x="7773706" y="392277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0282" y="4206240"/>
            <a:ext cx="192938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 – Backend integration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166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Frontend connected to backend endpoints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Menu data fetched from the database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User actions sent from the UI to the backend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API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188366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0" y="146304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79992" y="15910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BACKEND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16568" y="1874520"/>
            <a:ext cx="188366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611880"/>
            <a:ext cx="4846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19672" y="373989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INTEGRATION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4023360"/>
            <a:ext cx="444398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4 – Cart, checkout, and order storage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50749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Add-to-cart and quantity logic implemented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Checkout form or confirmation step built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Order data sent to backend and stored in database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243B53"/>
                </a:solidFill>
              </a:rPr>
              <a:t>Receipt or confirmation feature generated after submission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8251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CART SCREEN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3252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89711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CHECKOUT SCREEN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1188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82512" y="373989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ORDER STORAGE PROOF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debugging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27432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What was tested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Menu loading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Cart updates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Checkout submission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Database insertions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B53"/>
                </a:solidFill>
              </a:rPr>
              <a:t>Receipt output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Methods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084832"/>
            <a:ext cx="20116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Manual testing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Step-by-step checks</a:t>
            </a:r>
            <a:endParaRPr lang="en-US" sz="1480" dirty="0"/>
          </a:p>
          <a:p>
            <a:pPr marL="203200" indent="-203200">
              <a:buSzPct val="100000"/>
              <a:buChar char="•"/>
            </a:pPr>
            <a:r>
              <a:rPr lang="en-US" sz="1480" dirty="0">
                <a:solidFill>
                  <a:srgbClr val="243B53"/>
                </a:solidFill>
              </a:rPr>
              <a:t>Repeat bug fixes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77266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45"/>
                </a:solidFill>
              </a:rPr>
              <a:t>Evidence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solutions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Challenge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How it was solved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1417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</a:rPr>
              <a:t>Evidence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77240" y="2907792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60520" y="2907792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001000" y="2907792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77240" y="3986784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60520" y="3986784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001000" y="3986784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77240" y="5065776"/>
            <a:ext cx="29718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160520" y="5065776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001000" y="5065776"/>
            <a:ext cx="3429000" cy="749808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0120" y="20665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1]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1455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2]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224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3]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53035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[Add challenge 4]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20665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314553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224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0" y="5303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43B53"/>
                </a:solidFill>
              </a:rPr>
              <a:t>[Explain fix]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206654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47888" y="314553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47888" y="4224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5303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B8794"/>
                </a:solidFill>
              </a:rPr>
              <a:t>Add commit / screenshot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99473"/>
          </a:solidFill>
          <a:ln w="12700">
            <a:solidFill>
              <a:srgbClr val="1994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outcome and what the repository proves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567160" y="6601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610" dirty="0"/>
          </a:p>
          <a:p>
            <a:pPr marL="203200" indent="-203200">
              <a:buSzPct val="100000"/>
              <a:buChar char="•"/>
            </a:pPr>
            <a:r>
              <a:rPr lang="en-US" sz="1610" dirty="0">
                <a:solidFill>
                  <a:srgbClr val="243B53"/>
                </a:solidFill>
              </a:rPr>
              <a:t>The repository proves chronological development from setup to working solution.</a:t>
            </a:r>
            <a:endParaRPr lang="en-US" sz="1610" dirty="0"/>
          </a:p>
          <a:p>
            <a:pPr>
              <a:buSzPct val="100000"/>
            </a:pPr>
            <a:endParaRPr lang="en-US" sz="1610" dirty="0"/>
          </a:p>
          <a:p>
            <a:pPr marL="203200" indent="-203200">
              <a:buSzPct val="100000"/>
              <a:buChar char="•"/>
            </a:pPr>
            <a:r>
              <a:rPr lang="en-US" sz="1610" dirty="0">
                <a:solidFill>
                  <a:srgbClr val="243B53"/>
                </a:solidFill>
              </a:rPr>
              <a:t>This directly satisfies the requirement to explain the complete development process using GitHub as the primary reference.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1967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SCREENSHOT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6248" y="1874520"/>
            <a:ext cx="1837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146304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034272" y="159105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SCREENSHOT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70848" y="1874520"/>
            <a:ext cx="18379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6576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19672" y="3785616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“BEST EVIDENCE” COLLAGE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6248" y="4069080"/>
            <a:ext cx="435254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09728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A70660A-9EC0-DA0D-B36F-6D4755989BFA}"/>
              </a:ext>
            </a:extLst>
          </p:cNvPr>
          <p:cNvSpPr/>
          <p:nvPr/>
        </p:nvSpPr>
        <p:spPr>
          <a:xfrm>
            <a:off x="731520" y="1874520"/>
            <a:ext cx="504450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CB1BC"/>
          </a:solidFill>
          <a:ln w="12700">
            <a:solidFill>
              <a:srgbClr val="2CB1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and Q&amp;A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Suggested closing points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002536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Campus Cuisine was developed in clear stages from setup to final refinement.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GitHub provided evidence of implementation, testing, fixes, and progress over time.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</a:rPr>
              <a:t>The project achieved its core aim of building a working campus food-ordering application.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12280" y="1874520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976872" y="2002536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</a:rPr>
              <a:t>FINAL VISUAL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13448" y="2286000"/>
            <a:ext cx="412394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552</Words>
  <Application>Microsoft Office PowerPoint</Application>
  <PresentationFormat>Widescreen</PresentationFormat>
  <Paragraphs>165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Cuisine – Development Process</dc:title>
  <dc:subject>Campus Cuisine Development Process Presentation</dc:subject>
  <dc:creator>OpenAI</dc:creator>
  <cp:lastModifiedBy>Wingell, Adam (Student)</cp:lastModifiedBy>
  <cp:revision>4</cp:revision>
  <dcterms:created xsi:type="dcterms:W3CDTF">2026-04-18T08:39:14Z</dcterms:created>
  <dcterms:modified xsi:type="dcterms:W3CDTF">2026-04-18T20:09:44Z</dcterms:modified>
</cp:coreProperties>
</file>