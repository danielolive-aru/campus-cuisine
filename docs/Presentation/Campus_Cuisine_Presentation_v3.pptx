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6" r:id="rId5"/>
    <p:sldId id="259" r:id="rId6"/>
    <p:sldId id="260" r:id="rId7"/>
    <p:sldId id="276" r:id="rId8"/>
    <p:sldId id="277" r:id="rId9"/>
    <p:sldId id="278" r:id="rId10"/>
    <p:sldId id="279" r:id="rId11"/>
    <p:sldId id="280" r:id="rId12"/>
    <p:sldId id="281" r:id="rId13"/>
    <p:sldId id="261" r:id="rId14"/>
    <p:sldId id="262" r:id="rId15"/>
    <p:sldId id="282" r:id="rId16"/>
    <p:sldId id="263" r:id="rId17"/>
    <p:sldId id="267" r:id="rId18"/>
    <p:sldId id="264" r:id="rId19"/>
    <p:sldId id="265" r:id="rId20"/>
    <p:sldId id="268" r:id="rId21"/>
    <p:sldId id="269" r:id="rId22"/>
    <p:sldId id="270" r:id="rId23"/>
    <p:sldId id="271" r:id="rId24"/>
    <p:sldId id="272" r:id="rId25"/>
    <p:sldId id="273" r:id="rId26"/>
    <p:sldId id="275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5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AFDA8-0BE2-4978-9139-797881840A00}" v="18" dt="2026-04-20T09:01:46.893"/>
    <p1510:client id="{5B658283-4065-6103-7990-CEF6C1964526}" v="257" dt="2026-04-20T08:29:59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gell, Adam (Student)" userId="S::aw1202@student.aru.ac.uk::84484ad6-8d57-4fc6-a531-03c4ea90210a" providerId="AD" clId="Web-{5B658283-4065-6103-7990-CEF6C1964526}"/>
    <pc:docChg chg="addSld modSld sldOrd">
      <pc:chgData name="Wingell, Adam (Student)" userId="S::aw1202@student.aru.ac.uk::84484ad6-8d57-4fc6-a531-03c4ea90210a" providerId="AD" clId="Web-{5B658283-4065-6103-7990-CEF6C1964526}" dt="2026-04-20T08:29:59.538" v="243"/>
      <pc:docMkLst>
        <pc:docMk/>
      </pc:docMkLst>
      <pc:sldChg chg="addSp delSp modSp add ord replId">
        <pc:chgData name="Wingell, Adam (Student)" userId="S::aw1202@student.aru.ac.uk::84484ad6-8d57-4fc6-a531-03c4ea90210a" providerId="AD" clId="Web-{5B658283-4065-6103-7990-CEF6C1964526}" dt="2026-04-20T08:29:23.519" v="238"/>
        <pc:sldMkLst>
          <pc:docMk/>
          <pc:sldMk cId="271245376" sldId="276"/>
        </pc:sldMkLst>
        <pc:spChg chg="mod">
          <ac:chgData name="Wingell, Adam (Student)" userId="S::aw1202@student.aru.ac.uk::84484ad6-8d57-4fc6-a531-03c4ea90210a" providerId="AD" clId="Web-{5B658283-4065-6103-7990-CEF6C1964526}" dt="2026-04-20T08:20:40.086" v="148" actId="20577"/>
          <ac:spMkLst>
            <pc:docMk/>
            <pc:sldMk cId="271245376" sldId="276"/>
            <ac:spMk id="3" creationId="{CE0448C7-D1C1-9480-37F0-834125DA5E59}"/>
          </ac:spMkLst>
        </pc:spChg>
        <pc:spChg chg="mod">
          <ac:chgData name="Wingell, Adam (Student)" userId="S::aw1202@student.aru.ac.uk::84484ad6-8d57-4fc6-a531-03c4ea90210a" providerId="AD" clId="Web-{5B658283-4065-6103-7990-CEF6C1964526}" dt="2026-04-20T08:14:51.700" v="61" actId="20577"/>
          <ac:spMkLst>
            <pc:docMk/>
            <pc:sldMk cId="271245376" sldId="276"/>
            <ac:spMk id="4" creationId="{429F9289-9EC0-0038-28C9-5CE364E866DE}"/>
          </ac:spMkLst>
        </pc:spChg>
        <pc:spChg chg="mod">
          <ac:chgData name="Wingell, Adam (Student)" userId="S::aw1202@student.aru.ac.uk::84484ad6-8d57-4fc6-a531-03c4ea90210a" providerId="AD" clId="Web-{5B658283-4065-6103-7990-CEF6C1964526}" dt="2026-04-20T08:14:29.793" v="28" actId="20577"/>
          <ac:spMkLst>
            <pc:docMk/>
            <pc:sldMk cId="271245376" sldId="276"/>
            <ac:spMk id="5" creationId="{AB2FBB74-E4A0-5D81-643C-2C5C41125427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6.542" v="6"/>
          <ac:spMkLst>
            <pc:docMk/>
            <pc:sldMk cId="271245376" sldId="276"/>
            <ac:spMk id="6" creationId="{2A5CBAF5-8BED-D025-8321-52ACDC89B24B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6.527" v="5"/>
          <ac:spMkLst>
            <pc:docMk/>
            <pc:sldMk cId="271245376" sldId="276"/>
            <ac:spMk id="7" creationId="{F9B24B1C-AB90-B003-3B73-FB6BD126E831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6.527" v="4"/>
          <ac:spMkLst>
            <pc:docMk/>
            <pc:sldMk cId="271245376" sldId="276"/>
            <ac:spMk id="8" creationId="{1BD3B725-2C2F-5F53-5C4E-C9711B302CC3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3.401" v="1"/>
          <ac:spMkLst>
            <pc:docMk/>
            <pc:sldMk cId="271245376" sldId="276"/>
            <ac:spMk id="9" creationId="{13673A06-271B-FCB2-FD33-A5F1F00A8E79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6.527" v="3"/>
          <ac:spMkLst>
            <pc:docMk/>
            <pc:sldMk cId="271245376" sldId="276"/>
            <ac:spMk id="10" creationId="{6DE94A21-3692-1D57-5D13-8ECD9EF5E494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14:16.527" v="2"/>
          <ac:spMkLst>
            <pc:docMk/>
            <pc:sldMk cId="271245376" sldId="276"/>
            <ac:spMk id="11" creationId="{13DE9A8D-222A-509D-9C36-88AEB0D95FC1}"/>
          </ac:spMkLst>
        </pc:spChg>
        <pc:spChg chg="add mod">
          <ac:chgData name="Wingell, Adam (Student)" userId="S::aw1202@student.aru.ac.uk::84484ad6-8d57-4fc6-a531-03c4ea90210a" providerId="AD" clId="Web-{5B658283-4065-6103-7990-CEF6C1964526}" dt="2026-04-20T08:16:35.783" v="97" actId="1076"/>
          <ac:spMkLst>
            <pc:docMk/>
            <pc:sldMk cId="271245376" sldId="276"/>
            <ac:spMk id="13" creationId="{98048586-BE7A-E919-D984-7128018D5AF3}"/>
          </ac:spMkLst>
        </pc:spChg>
        <pc:spChg chg="add mod">
          <ac:chgData name="Wingell, Adam (Student)" userId="S::aw1202@student.aru.ac.uk::84484ad6-8d57-4fc6-a531-03c4ea90210a" providerId="AD" clId="Web-{5B658283-4065-6103-7990-CEF6C1964526}" dt="2026-04-20T08:17:58.895" v="138" actId="1076"/>
          <ac:spMkLst>
            <pc:docMk/>
            <pc:sldMk cId="271245376" sldId="276"/>
            <ac:spMk id="15" creationId="{4E83669A-F926-A46E-4DC8-F62741674B4B}"/>
          </ac:spMkLst>
        </pc:spChg>
        <pc:picChg chg="add mod">
          <ac:chgData name="Wingell, Adam (Student)" userId="S::aw1202@student.aru.ac.uk::84484ad6-8d57-4fc6-a531-03c4ea90210a" providerId="AD" clId="Web-{5B658283-4065-6103-7990-CEF6C1964526}" dt="2026-04-20T08:29:17.425" v="237"/>
          <ac:picMkLst>
            <pc:docMk/>
            <pc:sldMk cId="271245376" sldId="276"/>
            <ac:picMk id="12" creationId="{EFCB71F2-5FC9-7E7C-730B-68999040DEBD}"/>
          </ac:picMkLst>
        </pc:picChg>
        <pc:picChg chg="add del mod">
          <ac:chgData name="Wingell, Adam (Student)" userId="S::aw1202@student.aru.ac.uk::84484ad6-8d57-4fc6-a531-03c4ea90210a" providerId="AD" clId="Web-{5B658283-4065-6103-7990-CEF6C1964526}" dt="2026-04-20T08:17:25.722" v="135"/>
          <ac:picMkLst>
            <pc:docMk/>
            <pc:sldMk cId="271245376" sldId="276"/>
            <ac:picMk id="14" creationId="{B3CD3E04-96FC-C740-04C0-48475CDF7C12}"/>
          </ac:picMkLst>
        </pc:picChg>
        <pc:picChg chg="add mod">
          <ac:chgData name="Wingell, Adam (Student)" userId="S::aw1202@student.aru.ac.uk::84484ad6-8d57-4fc6-a531-03c4ea90210a" providerId="AD" clId="Web-{5B658283-4065-6103-7990-CEF6C1964526}" dt="2026-04-20T08:29:23.519" v="238"/>
          <ac:picMkLst>
            <pc:docMk/>
            <pc:sldMk cId="271245376" sldId="276"/>
            <ac:picMk id="16" creationId="{0C1F17CE-B1EC-118B-4496-952A1522E0BF}"/>
          </ac:picMkLst>
        </pc:picChg>
      </pc:sldChg>
      <pc:sldChg chg="addSp delSp modSp add replId">
        <pc:chgData name="Wingell, Adam (Student)" userId="S::aw1202@student.aru.ac.uk::84484ad6-8d57-4fc6-a531-03c4ea90210a" providerId="AD" clId="Web-{5B658283-4065-6103-7990-CEF6C1964526}" dt="2026-04-20T08:29:30.473" v="239"/>
        <pc:sldMkLst>
          <pc:docMk/>
          <pc:sldMk cId="3788988836" sldId="277"/>
        </pc:sldMkLst>
        <pc:spChg chg="mod">
          <ac:chgData name="Wingell, Adam (Student)" userId="S::aw1202@student.aru.ac.uk::84484ad6-8d57-4fc6-a531-03c4ea90210a" providerId="AD" clId="Web-{5B658283-4065-6103-7990-CEF6C1964526}" dt="2026-04-20T08:21:44.916" v="194" actId="20577"/>
          <ac:spMkLst>
            <pc:docMk/>
            <pc:sldMk cId="3788988836" sldId="277"/>
            <ac:spMk id="5" creationId="{3F28875A-4673-E211-0146-B88FEC112949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20:49.649" v="151"/>
          <ac:spMkLst>
            <pc:docMk/>
            <pc:sldMk cId="3788988836" sldId="277"/>
            <ac:spMk id="13" creationId="{AB0D2AFB-E6FA-47C8-F546-D57ECABAE7DA}"/>
          </ac:spMkLst>
        </pc:spChg>
        <pc:spChg chg="del">
          <ac:chgData name="Wingell, Adam (Student)" userId="S::aw1202@student.aru.ac.uk::84484ad6-8d57-4fc6-a531-03c4ea90210a" providerId="AD" clId="Web-{5B658283-4065-6103-7990-CEF6C1964526}" dt="2026-04-20T08:20:49.649" v="150"/>
          <ac:spMkLst>
            <pc:docMk/>
            <pc:sldMk cId="3788988836" sldId="277"/>
            <ac:spMk id="15" creationId="{2B878624-3898-4DE9-B935-E2B0287C2059}"/>
          </ac:spMkLst>
        </pc:spChg>
        <pc:picChg chg="add mod">
          <ac:chgData name="Wingell, Adam (Student)" userId="S::aw1202@student.aru.ac.uk::84484ad6-8d57-4fc6-a531-03c4ea90210a" providerId="AD" clId="Web-{5B658283-4065-6103-7990-CEF6C1964526}" dt="2026-04-20T08:29:30.473" v="239"/>
          <ac:picMkLst>
            <pc:docMk/>
            <pc:sldMk cId="3788988836" sldId="277"/>
            <ac:picMk id="6" creationId="{E84C9C91-7125-56DB-1184-35CDFE9AA97F}"/>
          </ac:picMkLst>
        </pc:picChg>
        <pc:picChg chg="del">
          <ac:chgData name="Wingell, Adam (Student)" userId="S::aw1202@student.aru.ac.uk::84484ad6-8d57-4fc6-a531-03c4ea90210a" providerId="AD" clId="Web-{5B658283-4065-6103-7990-CEF6C1964526}" dt="2026-04-20T08:20:49.649" v="152"/>
          <ac:picMkLst>
            <pc:docMk/>
            <pc:sldMk cId="3788988836" sldId="277"/>
            <ac:picMk id="12" creationId="{632A1D4E-203E-EE1E-9AA6-9E8994DA0362}"/>
          </ac:picMkLst>
        </pc:picChg>
        <pc:picChg chg="del">
          <ac:chgData name="Wingell, Adam (Student)" userId="S::aw1202@student.aru.ac.uk::84484ad6-8d57-4fc6-a531-03c4ea90210a" providerId="AD" clId="Web-{5B658283-4065-6103-7990-CEF6C1964526}" dt="2026-04-20T08:20:49.649" v="149"/>
          <ac:picMkLst>
            <pc:docMk/>
            <pc:sldMk cId="3788988836" sldId="277"/>
            <ac:picMk id="16" creationId="{2165887F-36D8-8930-03C4-2723CBC39B55}"/>
          </ac:picMkLst>
        </pc:picChg>
      </pc:sldChg>
      <pc:sldChg chg="addSp delSp modSp add replId">
        <pc:chgData name="Wingell, Adam (Student)" userId="S::aw1202@student.aru.ac.uk::84484ad6-8d57-4fc6-a531-03c4ea90210a" providerId="AD" clId="Web-{5B658283-4065-6103-7990-CEF6C1964526}" dt="2026-04-20T08:29:37.411" v="240"/>
        <pc:sldMkLst>
          <pc:docMk/>
          <pc:sldMk cId="3342374958" sldId="278"/>
        </pc:sldMkLst>
        <pc:spChg chg="mod">
          <ac:chgData name="Wingell, Adam (Student)" userId="S::aw1202@student.aru.ac.uk::84484ad6-8d57-4fc6-a531-03c4ea90210a" providerId="AD" clId="Web-{5B658283-4065-6103-7990-CEF6C1964526}" dt="2026-04-20T08:23:14.543" v="200" actId="20577"/>
          <ac:spMkLst>
            <pc:docMk/>
            <pc:sldMk cId="3342374958" sldId="278"/>
            <ac:spMk id="5" creationId="{F82F21AB-4AF9-2039-1D3C-599545CBECAF}"/>
          </ac:spMkLst>
        </pc:spChg>
        <pc:picChg chg="del">
          <ac:chgData name="Wingell, Adam (Student)" userId="S::aw1202@student.aru.ac.uk::84484ad6-8d57-4fc6-a531-03c4ea90210a" providerId="AD" clId="Web-{5B658283-4065-6103-7990-CEF6C1964526}" dt="2026-04-20T08:23:16.808" v="201"/>
          <ac:picMkLst>
            <pc:docMk/>
            <pc:sldMk cId="3342374958" sldId="278"/>
            <ac:picMk id="6" creationId="{60451EC5-2218-DB39-0095-2AC33F40B211}"/>
          </ac:picMkLst>
        </pc:picChg>
        <pc:picChg chg="add mod">
          <ac:chgData name="Wingell, Adam (Student)" userId="S::aw1202@student.aru.ac.uk::84484ad6-8d57-4fc6-a531-03c4ea90210a" providerId="AD" clId="Web-{5B658283-4065-6103-7990-CEF6C1964526}" dt="2026-04-20T08:29:37.411" v="240"/>
          <ac:picMkLst>
            <pc:docMk/>
            <pc:sldMk cId="3342374958" sldId="278"/>
            <ac:picMk id="7" creationId="{CBB10BD4-F03A-495C-FB80-604A165DD344}"/>
          </ac:picMkLst>
        </pc:picChg>
      </pc:sldChg>
      <pc:sldChg chg="addSp delSp modSp add replId">
        <pc:chgData name="Wingell, Adam (Student)" userId="S::aw1202@student.aru.ac.uk::84484ad6-8d57-4fc6-a531-03c4ea90210a" providerId="AD" clId="Web-{5B658283-4065-6103-7990-CEF6C1964526}" dt="2026-04-20T08:29:46.162" v="241"/>
        <pc:sldMkLst>
          <pc:docMk/>
          <pc:sldMk cId="474828820" sldId="279"/>
        </pc:sldMkLst>
        <pc:spChg chg="mod">
          <ac:chgData name="Wingell, Adam (Student)" userId="S::aw1202@student.aru.ac.uk::84484ad6-8d57-4fc6-a531-03c4ea90210a" providerId="AD" clId="Web-{5B658283-4065-6103-7990-CEF6C1964526}" dt="2026-04-20T08:23:45.137" v="210" actId="20577"/>
          <ac:spMkLst>
            <pc:docMk/>
            <pc:sldMk cId="474828820" sldId="279"/>
            <ac:spMk id="5" creationId="{96D60694-4D9B-5F15-AE3E-3F7401800FD7}"/>
          </ac:spMkLst>
        </pc:spChg>
        <pc:picChg chg="add mod">
          <ac:chgData name="Wingell, Adam (Student)" userId="S::aw1202@student.aru.ac.uk::84484ad6-8d57-4fc6-a531-03c4ea90210a" providerId="AD" clId="Web-{5B658283-4065-6103-7990-CEF6C1964526}" dt="2026-04-20T08:29:46.162" v="241"/>
          <ac:picMkLst>
            <pc:docMk/>
            <pc:sldMk cId="474828820" sldId="279"/>
            <ac:picMk id="6" creationId="{E5DBA660-7D7A-2E11-AD22-CA9247FE53AF}"/>
          </ac:picMkLst>
        </pc:picChg>
        <pc:picChg chg="del">
          <ac:chgData name="Wingell, Adam (Student)" userId="S::aw1202@student.aru.ac.uk::84484ad6-8d57-4fc6-a531-03c4ea90210a" providerId="AD" clId="Web-{5B658283-4065-6103-7990-CEF6C1964526}" dt="2026-04-20T08:23:46.684" v="211"/>
          <ac:picMkLst>
            <pc:docMk/>
            <pc:sldMk cId="474828820" sldId="279"/>
            <ac:picMk id="7" creationId="{1B66BAE5-E6C2-30CD-5118-55854553D053}"/>
          </ac:picMkLst>
        </pc:picChg>
      </pc:sldChg>
      <pc:sldChg chg="addSp delSp modSp add replId">
        <pc:chgData name="Wingell, Adam (Student)" userId="S::aw1202@student.aru.ac.uk::84484ad6-8d57-4fc6-a531-03c4ea90210a" providerId="AD" clId="Web-{5B658283-4065-6103-7990-CEF6C1964526}" dt="2026-04-20T08:29:52.975" v="242"/>
        <pc:sldMkLst>
          <pc:docMk/>
          <pc:sldMk cId="2581858021" sldId="280"/>
        </pc:sldMkLst>
        <pc:spChg chg="mod">
          <ac:chgData name="Wingell, Adam (Student)" userId="S::aw1202@student.aru.ac.uk::84484ad6-8d57-4fc6-a531-03c4ea90210a" providerId="AD" clId="Web-{5B658283-4065-6103-7990-CEF6C1964526}" dt="2026-04-20T08:24:19.606" v="219" actId="20577"/>
          <ac:spMkLst>
            <pc:docMk/>
            <pc:sldMk cId="2581858021" sldId="280"/>
            <ac:spMk id="5" creationId="{C772F951-D5FC-8464-EDC0-996C2332858D}"/>
          </ac:spMkLst>
        </pc:spChg>
        <pc:picChg chg="del">
          <ac:chgData name="Wingell, Adam (Student)" userId="S::aw1202@student.aru.ac.uk::84484ad6-8d57-4fc6-a531-03c4ea90210a" providerId="AD" clId="Web-{5B658283-4065-6103-7990-CEF6C1964526}" dt="2026-04-20T08:24:21.138" v="220"/>
          <ac:picMkLst>
            <pc:docMk/>
            <pc:sldMk cId="2581858021" sldId="280"/>
            <ac:picMk id="6" creationId="{45E3A3B2-85D7-0A45-419F-2992876C0482}"/>
          </ac:picMkLst>
        </pc:picChg>
        <pc:picChg chg="add mod">
          <ac:chgData name="Wingell, Adam (Student)" userId="S::aw1202@student.aru.ac.uk::84484ad6-8d57-4fc6-a531-03c4ea90210a" providerId="AD" clId="Web-{5B658283-4065-6103-7990-CEF6C1964526}" dt="2026-04-20T08:29:52.975" v="242"/>
          <ac:picMkLst>
            <pc:docMk/>
            <pc:sldMk cId="2581858021" sldId="280"/>
            <ac:picMk id="7" creationId="{33976DC8-C7A0-A479-A608-FC5558DE686D}"/>
          </ac:picMkLst>
        </pc:picChg>
      </pc:sldChg>
      <pc:sldChg chg="addSp delSp modSp add replId">
        <pc:chgData name="Wingell, Adam (Student)" userId="S::aw1202@student.aru.ac.uk::84484ad6-8d57-4fc6-a531-03c4ea90210a" providerId="AD" clId="Web-{5B658283-4065-6103-7990-CEF6C1964526}" dt="2026-04-20T08:29:59.538" v="243"/>
        <pc:sldMkLst>
          <pc:docMk/>
          <pc:sldMk cId="1914575296" sldId="281"/>
        </pc:sldMkLst>
        <pc:spChg chg="mod">
          <ac:chgData name="Wingell, Adam (Student)" userId="S::aw1202@student.aru.ac.uk::84484ad6-8d57-4fc6-a531-03c4ea90210a" providerId="AD" clId="Web-{5B658283-4065-6103-7990-CEF6C1964526}" dt="2026-04-20T08:24:51.013" v="228" actId="20577"/>
          <ac:spMkLst>
            <pc:docMk/>
            <pc:sldMk cId="1914575296" sldId="281"/>
            <ac:spMk id="5" creationId="{3BDD0D16-D571-AA01-8B06-CC0CA07D0D76}"/>
          </ac:spMkLst>
        </pc:spChg>
        <pc:picChg chg="add mod">
          <ac:chgData name="Wingell, Adam (Student)" userId="S::aw1202@student.aru.ac.uk::84484ad6-8d57-4fc6-a531-03c4ea90210a" providerId="AD" clId="Web-{5B658283-4065-6103-7990-CEF6C1964526}" dt="2026-04-20T08:29:59.538" v="243"/>
          <ac:picMkLst>
            <pc:docMk/>
            <pc:sldMk cId="1914575296" sldId="281"/>
            <ac:picMk id="6" creationId="{7B9BF26C-882E-FAF8-0EAE-BC5AAF954FE7}"/>
          </ac:picMkLst>
        </pc:picChg>
        <pc:picChg chg="del">
          <ac:chgData name="Wingell, Adam (Student)" userId="S::aw1202@student.aru.ac.uk::84484ad6-8d57-4fc6-a531-03c4ea90210a" providerId="AD" clId="Web-{5B658283-4065-6103-7990-CEF6C1964526}" dt="2026-04-20T08:24:52.701" v="229"/>
          <ac:picMkLst>
            <pc:docMk/>
            <pc:sldMk cId="1914575296" sldId="281"/>
            <ac:picMk id="7" creationId="{CA199567-AB8C-8BF0-565D-FA9E89B1BE21}"/>
          </ac:picMkLst>
        </pc:picChg>
      </pc:sldChg>
    </pc:docChg>
  </pc:docChgLst>
  <pc:docChgLst>
    <pc:chgData name="Olive, Daniel (Student)" userId="ff5ba9c5-7b9f-4c8a-8116-a6509006b038" providerId="ADAL" clId="{E956FC8D-54B8-4DA4-B142-CF2FBFE6BD41}"/>
    <pc:docChg chg="custSel addSld modSld sldOrd">
      <pc:chgData name="Olive, Daniel (Student)" userId="ff5ba9c5-7b9f-4c8a-8116-a6509006b038" providerId="ADAL" clId="{E956FC8D-54B8-4DA4-B142-CF2FBFE6BD41}" dt="2026-04-20T09:01:46.893" v="19"/>
      <pc:docMkLst>
        <pc:docMk/>
      </pc:docMkLst>
      <pc:sldChg chg="modSp mod">
        <pc:chgData name="Olive, Daniel (Student)" userId="ff5ba9c5-7b9f-4c8a-8116-a6509006b038" providerId="ADAL" clId="{E956FC8D-54B8-4DA4-B142-CF2FBFE6BD41}" dt="2026-04-20T08:15:41.166" v="8" actId="14100"/>
        <pc:sldMkLst>
          <pc:docMk/>
          <pc:sldMk cId="0" sldId="263"/>
        </pc:sldMkLst>
        <pc:spChg chg="mod">
          <ac:chgData name="Olive, Daniel (Student)" userId="ff5ba9c5-7b9f-4c8a-8116-a6509006b038" providerId="ADAL" clId="{E956FC8D-54B8-4DA4-B142-CF2FBFE6BD41}" dt="2026-04-20T08:15:06.147" v="0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Olive, Daniel (Student)" userId="ff5ba9c5-7b9f-4c8a-8116-a6509006b038" providerId="ADAL" clId="{E956FC8D-54B8-4DA4-B142-CF2FBFE6BD41}" dt="2026-04-20T08:15:09.622" v="1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Olive, Daniel (Student)" userId="ff5ba9c5-7b9f-4c8a-8116-a6509006b038" providerId="ADAL" clId="{E956FC8D-54B8-4DA4-B142-CF2FBFE6BD41}" dt="2026-04-20T08:15:12.556" v="2" actId="1410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Olive, Daniel (Student)" userId="ff5ba9c5-7b9f-4c8a-8116-a6509006b038" providerId="ADAL" clId="{E956FC8D-54B8-4DA4-B142-CF2FBFE6BD41}" dt="2026-04-20T08:15:20.962" v="4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Olive, Daniel (Student)" userId="ff5ba9c5-7b9f-4c8a-8116-a6509006b038" providerId="ADAL" clId="{E956FC8D-54B8-4DA4-B142-CF2FBFE6BD41}" dt="2026-04-20T08:15:30.698" v="6" actId="1410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Olive, Daniel (Student)" userId="ff5ba9c5-7b9f-4c8a-8116-a6509006b038" providerId="ADAL" clId="{E956FC8D-54B8-4DA4-B142-CF2FBFE6BD41}" dt="2026-04-20T08:15:41.166" v="8" actId="14100"/>
          <ac:spMkLst>
            <pc:docMk/>
            <pc:sldMk cId="0" sldId="263"/>
            <ac:spMk id="31" creationId="{00000000-0000-0000-0000-000000000000}"/>
          </ac:spMkLst>
        </pc:spChg>
      </pc:sldChg>
      <pc:sldChg chg="modSp mod">
        <pc:chgData name="Olive, Daniel (Student)" userId="ff5ba9c5-7b9f-4c8a-8116-a6509006b038" providerId="ADAL" clId="{E956FC8D-54B8-4DA4-B142-CF2FBFE6BD41}" dt="2026-04-20T09:01:46.893" v="19"/>
        <pc:sldMkLst>
          <pc:docMk/>
          <pc:sldMk cId="0" sldId="264"/>
        </pc:sldMkLst>
        <pc:spChg chg="mod">
          <ac:chgData name="Olive, Daniel (Student)" userId="ff5ba9c5-7b9f-4c8a-8116-a6509006b038" providerId="ADAL" clId="{E956FC8D-54B8-4DA4-B142-CF2FBFE6BD41}" dt="2026-04-20T09:01:46.893" v="19"/>
          <ac:spMkLst>
            <pc:docMk/>
            <pc:sldMk cId="0" sldId="264"/>
            <ac:spMk id="8" creationId="{00000000-0000-0000-0000-000000000000}"/>
          </ac:spMkLst>
        </pc:spChg>
      </pc:sldChg>
      <pc:sldChg chg="ord">
        <pc:chgData name="Olive, Daniel (Student)" userId="ff5ba9c5-7b9f-4c8a-8116-a6509006b038" providerId="ADAL" clId="{E956FC8D-54B8-4DA4-B142-CF2FBFE6BD41}" dt="2026-04-20T09:00:57.954" v="14"/>
        <pc:sldMkLst>
          <pc:docMk/>
          <pc:sldMk cId="0" sldId="266"/>
        </pc:sldMkLst>
      </pc:sldChg>
      <pc:sldChg chg="addSp delSp modSp add mod">
        <pc:chgData name="Olive, Daniel (Student)" userId="ff5ba9c5-7b9f-4c8a-8116-a6509006b038" providerId="ADAL" clId="{E956FC8D-54B8-4DA4-B142-CF2FBFE6BD41}" dt="2026-04-20T08:49:59.683" v="12"/>
        <pc:sldMkLst>
          <pc:docMk/>
          <pc:sldMk cId="1762715271" sldId="282"/>
        </pc:sldMkLst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4" creationId="{20E9304B-F536-246B-2F35-090A0E5F7092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5" creationId="{C9F658D8-724B-ECDA-3689-3F82204061A4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6" creationId="{679A3F47-76A8-E0D4-9C80-F070000CA286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7" creationId="{A70ADF23-2A87-7886-3445-D51A96404D39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9" creationId="{DF494932-CD50-A204-1EC2-1E49FBA08ED1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11" creationId="{118858BD-D991-1D36-497C-E74EB47B1B59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12" creationId="{86CE663D-4207-5FF2-3ED4-4541B761B464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13" creationId="{5582E0F4-F232-944E-6C75-9A2CCA1D6BB4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14" creationId="{E7FCDC62-4B64-730B-6D77-28D16FE444CD}"/>
          </ac:spMkLst>
        </pc:spChg>
        <pc:spChg chg="del">
          <ac:chgData name="Olive, Daniel (Student)" userId="ff5ba9c5-7b9f-4c8a-8116-a6509006b038" providerId="ADAL" clId="{E956FC8D-54B8-4DA4-B142-CF2FBFE6BD41}" dt="2026-04-20T08:49:53.172" v="10" actId="478"/>
          <ac:spMkLst>
            <pc:docMk/>
            <pc:sldMk cId="1762715271" sldId="282"/>
            <ac:spMk id="15" creationId="{FAEE7AFE-FA32-8DD9-0B4F-996C5A9E03E3}"/>
          </ac:spMkLst>
        </pc:spChg>
        <pc:picChg chg="add mod">
          <ac:chgData name="Olive, Daniel (Student)" userId="ff5ba9c5-7b9f-4c8a-8116-a6509006b038" providerId="ADAL" clId="{E956FC8D-54B8-4DA4-B142-CF2FBFE6BD41}" dt="2026-04-20T08:49:59.683" v="12"/>
          <ac:picMkLst>
            <pc:docMk/>
            <pc:sldMk cId="1762715271" sldId="282"/>
            <ac:picMk id="17" creationId="{B235E4B4-5C3F-3509-E142-0B1FE23487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9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C2C7-83F1-F5BC-8B17-9E45A16D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33592-16A2-F290-11C2-12EA8F27F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39D33-78A5-197B-7BF1-3CEFE130E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0266-9F40-9D0F-FFE5-D28458E2B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CD459-B7B7-BA2E-AB01-8C93A392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ECF74-D3E4-3E93-D6EF-27C3A1EC1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3A68E-D70D-6B04-6158-056B6D7A0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08BE3-ACAD-79CA-8A98-7373A9FFC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6064-F6CB-65FC-11F4-5E859B48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7C35B-1BC5-0A36-943C-4FAFE7C7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80FFD-57D8-0AB3-099F-02741E7FC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072B9-32BE-B688-766E-D8FB629EA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70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8FEF1-C8BF-A01D-926D-72EE3ED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9AE95-32C4-24CD-2C33-C57A09DDD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3150D-96AA-AB04-1A1F-EF43049B2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25F7-7508-B6EA-8F21-B755BF7B2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9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19F0-009E-4FF5-311B-F46B3037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A0729-DD65-3517-7EFE-74309F7F2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9BC07-B6B2-7C60-CD28-F8317B115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6D790-0448-03B0-5000-344CFB9C6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16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E81A-D646-35FC-FDE1-79AC2AF5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FAFD7-0DC3-B916-DE30-222F155D3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C95BA-B4D1-5348-8AF5-2C21FD4CA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A5E43-281F-4DA7-ACC4-F7A46F78EF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13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3C815-0EAE-552C-72FD-1A9C26EB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40980-7CCE-D1E9-A6B9-0A1706D3C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7A67B-B2E1-5565-2FF1-53130B9D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FB358-91D9-EE1C-83DD-AF707B836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62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CUISINE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097280" y="24231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Presentation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MAUI restaurant ordering app on a FastAPI backend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1097280" y="5486400"/>
            <a:ext cx="10058400" cy="0"/>
          </a:xfrm>
          <a:prstGeom prst="line">
            <a:avLst/>
          </a:prstGeom>
          <a:noFill/>
          <a:ln w="9525">
            <a:solidFill>
              <a:srgbClr val="4A45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7280" y="5623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</a:t>
            </a:r>
            <a:r>
              <a:rPr lang="en-US" sz="1200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Software Development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r>
              <a:rPr lang="en-US" sz="1200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SSIDs: </a:t>
            </a:r>
            <a:r>
              <a:rPr lang="en-US" sz="1200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2308353  |  0804824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8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0"/>
          </a:p>
        </p:txBody>
      </p:sp>
      <p:sp>
        <p:nvSpPr>
          <p:cNvPr id="4" name="Text 2"/>
          <p:cNvSpPr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rubric mapping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5943600" y="4206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assignment brief was decomposed into MUST / SHOULD / MAY requirements, traced to design, and verified by the rubric.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DECOMPOSITION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rubric mapping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777239" y="2256739"/>
            <a:ext cx="33832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requirements covered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34840" y="160020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18</a:t>
            </a:r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4434840" y="2256739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fully delivered (2 partial)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092440" y="160020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chemeClr val="accent5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12</a:t>
            </a:r>
            <a:endParaRPr lang="en-US" sz="4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92440" y="2256739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fully delivered (3 partial)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structure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051560" y="36118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application requirements (flyout nav, primary pages, persistent state)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pages (Welcome, Main, Dessert, Order Summary)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(multi-quantity, totals, consistency)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 (REST, OpenAPI CRUD, status, validation)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(.NET MAUI, MVVM, DI, reusable components)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documentation, project management, ethics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traces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assigned an ID (GEN-01, MAIN-04, TECH-06)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a design response, owner, and concrete code evidence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docs/requirements/requirements-mapping.md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against rubric before each milestone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MAYs explicitly recorded with reason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partials: A</a:t>
            </a:r>
            <a:r>
              <a:rPr lang="en-US" sz="1400"/>
              <a:t>dmin protection is x-admin-key not full RBAC, status display is confirmation only not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at a glance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59072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259072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914400" y="2518258"/>
            <a:ext cx="231640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across both members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505124" y="1554480"/>
            <a:ext cx="259072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05124" y="1691640"/>
            <a:ext cx="259072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3642284" y="2518258"/>
            <a:ext cx="231640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259072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233008" y="1691640"/>
            <a:ext cx="259072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261</a:t>
            </a:r>
            <a:endParaRPr lang="en-US" sz="4400"/>
          </a:p>
        </p:txBody>
      </p:sp>
      <p:sp>
        <p:nvSpPr>
          <p:cNvPr id="14" name="Text 12"/>
          <p:cNvSpPr/>
          <p:nvPr/>
        </p:nvSpPr>
        <p:spPr>
          <a:xfrm>
            <a:off x="6370168" y="2518258"/>
            <a:ext cx="231640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(51 + 210)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960891" y="1554480"/>
            <a:ext cx="259072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960891" y="1691640"/>
            <a:ext cx="259072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C7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/>
          </a:p>
        </p:txBody>
      </p:sp>
      <p:sp>
        <p:nvSpPr>
          <p:cNvPr id="17" name="Text 15"/>
          <p:cNvSpPr/>
          <p:nvPr/>
        </p:nvSpPr>
        <p:spPr>
          <a:xfrm>
            <a:off x="9098051" y="2518258"/>
            <a:ext cx="231640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weekly board snapshots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777240" y="3383280"/>
            <a:ext cx="10774375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10317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.NET MAUI 10 with XAML and C#; CampusCuisine.Core (platform-neutral) for view-models and services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+ SQLModel + SQLite + Pydantic settings; OpenAPI docs surface; static image serving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xUnit on the frontend (210), pytest on the backend (51); test doubles for dialogs, navigation, http, and cache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77240" y="4937760"/>
            <a:ext cx="10774375" cy="1462126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05840" y="507492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lives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051560" y="5532120"/>
            <a:ext cx="10317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source, tests, and supporting documentation in a single GitHub repository at github.com/DanielOlive-ARU/campus-cuisine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structure: FrontEnd/ (MAUI app), CampusCuisine.Core/ (shared logic), CampusCuisine.Tests/ (xUnit), backend/ (FastAPI), docs/ (requirements, viva, ethics, project management)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8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0"/>
          </a:p>
        </p:txBody>
      </p:sp>
      <p:sp>
        <p:nvSpPr>
          <p:cNvPr id="4" name="Text 2"/>
          <p:cNvSpPr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implementation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5943600" y="4206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frontend MVVM layering, backend service shape, and the customer order journey end-to-end.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.NET MAUI app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MAUI Shell flyout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in CampusCuisine.Core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DI on every page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decorator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114800" y="2468880"/>
            <a:ext cx="320040" cy="0"/>
          </a:xfrm>
          <a:prstGeom prst="line">
            <a:avLst/>
          </a:prstGeom>
          <a:noFill/>
          <a:ln w="19050">
            <a:solidFill>
              <a:srgbClr val="6B655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069080" y="1965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 over HTTP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AF1"/>
          </a:solidFill>
          <a:ln w="19050">
            <a:solidFill>
              <a:srgbClr val="C7973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48056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C7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contract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/api/menu(?category=)</a:t>
            </a:r>
            <a:endParaRPr lang="en-US" sz="1000"/>
          </a:p>
          <a:p>
            <a:pPr marL="0" indent="0">
              <a:spcAft>
                <a:spcPts val="300"/>
              </a:spcAft>
              <a:buNone/>
            </a:pPr>
            <a:r>
              <a:rPr lang="en-US" sz="100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/api/orders</a:t>
            </a:r>
            <a:endParaRPr lang="en-US" sz="1000"/>
          </a:p>
          <a:p>
            <a:pPr marL="0" indent="0">
              <a:spcAft>
                <a:spcPts val="300"/>
              </a:spcAft>
              <a:buNone/>
            </a:pPr>
            <a:r>
              <a:rPr lang="en-US" sz="100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CRUD (x-admin-key)</a:t>
            </a:r>
            <a:endParaRPr lang="en-US" sz="1000"/>
          </a:p>
          <a:p>
            <a:pPr marL="0" indent="0">
              <a:spcAft>
                <a:spcPts val="300"/>
              </a:spcAft>
              <a:buNone/>
            </a:pPr>
            <a:r>
              <a:rPr lang="en-US" sz="100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/api/admin/orders/{id}/status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7818120" y="2468880"/>
            <a:ext cx="320040" cy="0"/>
          </a:xfrm>
          <a:prstGeom prst="line">
            <a:avLst/>
          </a:prstGeom>
          <a:noFill/>
          <a:ln w="19050">
            <a:solidFill>
              <a:srgbClr val="6B655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18388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1838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service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SQLModel + SQLite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at /docs</a:t>
            </a:r>
            <a:endParaRPr lang="en-US" sz="1150"/>
          </a:p>
          <a:p>
            <a:pPr marL="0" indent="0">
              <a:spcAft>
                <a:spcPts val="300"/>
              </a:spcAft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images at /images/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777240" y="3703320"/>
            <a:ext cx="346953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Server-as-price-authority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051560" y="4251960"/>
            <a:ext cx="3012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re-prices every order. Frontend submits item ids and quantities only; totals come from the server. Protects users from a tampered client.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429658" y="3703320"/>
            <a:ext cx="346953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58258" y="38404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x-admin-key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703978" y="4251960"/>
            <a:ext cx="3012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header guards all mutating admin endpoints. Defendable for a student project; replaceable later by full RBAC. One dependency function would change.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082077" y="3703320"/>
            <a:ext cx="346953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310677" y="38404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 validation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8356397" y="4251960"/>
            <a:ext cx="3012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extra=forbid; positive prices and quantities; non-blank names; known menu-item ids. Bad payloads rejected at the boundary, not deep in business logic.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4D15E-79A9-A9F7-4601-6134B730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BCF135-208E-59A6-5EF1-A3B6A9F9F6E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0448C7-D1C1-9480-37F0-834125DA5E59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9F9289-9EC0-0038-28C9-5CE364E866DE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2FBB74-E4A0-5D81-643C-2C5C41125427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Wireframe Concepts</a:t>
            </a:r>
            <a:endParaRPr lang="en-US" sz="3000"/>
          </a:p>
        </p:txBody>
      </p:sp>
      <p:pic>
        <p:nvPicPr>
          <p:cNvPr id="12" name="Picture 11" descr="A paper with writing on it&#10;&#10;AI-generated content may be incorrect.">
            <a:extLst>
              <a:ext uri="{FF2B5EF4-FFF2-40B4-BE49-F238E27FC236}">
                <a16:creationId xmlns:a16="http://schemas.microsoft.com/office/drawing/2014/main" id="{EFCB71F2-5FC9-7E7C-730B-68999040D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110" y="1781735"/>
            <a:ext cx="3400985" cy="4560794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98048586-BE7A-E919-D984-7128018D5AF3}"/>
              </a:ext>
            </a:extLst>
          </p:cNvPr>
          <p:cNvSpPr/>
          <p:nvPr/>
        </p:nvSpPr>
        <p:spPr>
          <a:xfrm>
            <a:off x="1819387" y="1208890"/>
            <a:ext cx="2459612" cy="5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2C2A26"/>
                </a:solidFill>
                <a:latin typeface="Georgia"/>
              </a:rPr>
              <a:t>Initial Wireframe</a:t>
            </a:r>
            <a:endParaRPr lang="en-US" sz="3000" b="1">
              <a:solidFill>
                <a:srgbClr val="2C2A26"/>
              </a:solidFill>
              <a:latin typeface="Georgia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E83669A-F926-A46E-4DC8-F62741674B4B}"/>
              </a:ext>
            </a:extLst>
          </p:cNvPr>
          <p:cNvSpPr/>
          <p:nvPr/>
        </p:nvSpPr>
        <p:spPr>
          <a:xfrm>
            <a:off x="7086151" y="1208890"/>
            <a:ext cx="3949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2C2A26"/>
                </a:solidFill>
                <a:latin typeface="Georgia"/>
              </a:rPr>
              <a:t>Refined Wireframe Concept</a:t>
            </a:r>
            <a:endParaRPr lang="en-US" sz="3000" b="1">
              <a:solidFill>
                <a:srgbClr val="2C2A26"/>
              </a:solidFill>
              <a:latin typeface="Georgia"/>
            </a:endParaRPr>
          </a:p>
        </p:txBody>
      </p:sp>
      <p:pic>
        <p:nvPicPr>
          <p:cNvPr id="16" name="Picture 15" descr="A screenshot of a menu&#10;&#10;AI-generated content may be incorrect.">
            <a:extLst>
              <a:ext uri="{FF2B5EF4-FFF2-40B4-BE49-F238E27FC236}">
                <a16:creationId xmlns:a16="http://schemas.microsoft.com/office/drawing/2014/main" id="{0C1F17CE-B1EC-118B-4496-952A1522E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523" y="1778374"/>
            <a:ext cx="3019425" cy="4533900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27124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DC985-8E76-C577-69F5-943BBBCD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C9613E-AFB3-A763-46F8-206DFBB9618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37777B-5277-74B0-6F4F-AEEA2831D9BC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C111A5-6889-8CEF-4493-15674DB715D1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28875A-4673-E211-0146-B88FEC112949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Azure DevOps Development Timeline Week 1 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4C9C91-7125-56DB-1184-35CDFE9AA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54" y="1181859"/>
            <a:ext cx="9791700" cy="5267325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378898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95AD5-56AC-CC14-4F54-FF542D6F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6EC657-741F-2552-42C1-F9AF91090ED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BA6574-7B1D-386D-5F0A-2E6F9D1603CF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8138CB-1E96-1D95-F4E2-75551AFB3586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2F21AB-4AF9-2039-1D3C-599545CBECAF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Azure DevOps Development Timeline Week 2 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BB10BD4-F03A-495C-FB80-604A165DD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65" y="1134097"/>
            <a:ext cx="8985112" cy="5462243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3342374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B4EC6-E7AB-D7DA-599B-91DA73EE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195B29-AAEC-948D-D141-39C79873B20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876AAE-F7D8-9862-67FA-6B787C07CF46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A4D59-B081-DDC8-175D-A5631BA3BD7C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D60694-4D9B-5F15-AE3E-3F7401800FD7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Azure DevOps Development Timeline Week 3 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DBA660-7D7A-2E11-AD22-CA9247FE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785" y="1263580"/>
            <a:ext cx="8402431" cy="5170143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474828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3CACA-C147-7179-BF4B-F572BC61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DF29F1-F941-BC49-9FCD-D2BF0D537B8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6412FC-1F8F-99D1-0578-9DF605D203FD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D60C11-5B01-11F5-EB97-A4E3D966B0EF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72F951-D5FC-8464-EDC0-996C2332858D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Azure DevOps Development Timeline Week 4 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976DC8-C7A0-A479-A608-FC5558DE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033" y="1171783"/>
            <a:ext cx="8434457" cy="5276435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2581858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870EC-9C07-D07F-4E23-781E3E40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09487B-A391-2E26-7230-3D9BC372D90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D0549-1DDB-18E7-96D0-9C4F19E317D5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989DA9-927E-75A4-EA1F-627EA46232B9}"/>
              </a:ext>
            </a:extLst>
          </p:cNvPr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BEFORE THE PROJECT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DD0D16-D571-AA01-8B06-CC0CA07D0D76}"/>
              </a:ext>
            </a:extLst>
          </p:cNvPr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C2A26"/>
                </a:solidFill>
                <a:latin typeface="Georgia"/>
              </a:rPr>
              <a:t>Azure DevOps Development Timeline Week 5 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9BF26C-882E-FAF8-0EAE-BC5AAF954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630" y="1365802"/>
            <a:ext cx="8078305" cy="5087178"/>
          </a:xfrm>
          <a:prstGeom prst="rect">
            <a:avLst/>
          </a:prstGeom>
          <a:ln w="28575">
            <a:solidFill>
              <a:srgbClr val="B85042"/>
            </a:solidFill>
          </a:ln>
        </p:spPr>
      </p:pic>
    </p:spTree>
    <p:extLst>
      <p:ext uri="{BB962C8B-B14F-4D97-AF65-F5344CB8AC3E}">
        <p14:creationId xmlns:p14="http://schemas.microsoft.com/office/powerpoint/2010/main" val="1914575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MVVM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8549640" y="14630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54964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210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8641080" y="20851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across 24 commits / 5 phases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109728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86968" y="2606040"/>
            <a:ext cx="73883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 pages, thin code-behind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2971800" y="27249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OrderSummaryPage, MenuItemView, OrderSummaryBar, HelpPage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109728" cy="822960"/>
          </a:xfrm>
          <a:prstGeom prst="rect">
            <a:avLst/>
          </a:prstGeom>
          <a:solidFill>
            <a:srgbClr val="C7973A"/>
          </a:solidFill>
          <a:ln w="12700">
            <a:solidFill>
              <a:srgbClr val="C797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86968" y="3566160"/>
            <a:ext cx="73883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C7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View-models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+ per-line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2971800" y="36850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HomePageViewModel, OrderSummaryPageViewModel, OrderSummaryLineViewModel, MenuItemCardViewModel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77240" y="4526280"/>
            <a:ext cx="109728" cy="822960"/>
          </a:xfrm>
          <a:prstGeom prst="rect">
            <a:avLst/>
          </a:prstGeom>
          <a:solidFill>
            <a:srgbClr val="5D7B3E"/>
          </a:solidFill>
          <a:ln w="12700">
            <a:solidFill>
              <a:srgbClr val="5D7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86968" y="4526280"/>
            <a:ext cx="73883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515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05156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state + abstractions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2971800" y="46451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IOrderStateService, IApiService, IDialogService, INavigationService, IMenuCache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777240" y="5486400"/>
            <a:ext cx="109728" cy="822960"/>
          </a:xfrm>
          <a:prstGeom prst="rect">
            <a:avLst/>
          </a:prstGeom>
          <a:solidFill>
            <a:srgbClr val="6B655E"/>
          </a:solidFill>
          <a:ln w="12700">
            <a:solidFill>
              <a:srgbClr val="6B6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86968" y="5486400"/>
            <a:ext cx="73883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5156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6B6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105156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+ serialisation DTOs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2971800" y="5605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OrderLineEntry, MenuItemSnapshot (record), OrderLineDto (wire only)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49640" y="2606040"/>
            <a:ext cx="3017520" cy="36118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7782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MAUI seam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8823960" y="320040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registered in DI, constructor injection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MauiDialogService wraps Shell.DisplayAlertAsync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ShellNavigationService wraps Shell.GoToAsync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PreferencesMenuCache wraps MAUI Preferences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RelayCommand / AsyncRelayCommand (no NuGet)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projections preserve VM identity (match-by-id)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has zero MAUI references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 AND DESIGN CHOICES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service</a:t>
            </a:r>
            <a:endParaRPr lang="en-US" sz="30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774376" cy="2804160"/>
        </p:xfrm>
        <a:graphic>
          <a:graphicData uri="http://schemas.openxmlformats.org/drawingml/2006/table">
            <a:tbl>
              <a:tblPr/>
              <a:tblGrid>
                <a:gridCol w="269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3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3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7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7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7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7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D7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/api/menu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menu items (optional category filter)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B6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D7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/api/menu/{id}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item lookup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B6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C7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order; server prices and returns prep time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B6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D7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/api/orders/{id}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order with status and snapshot lines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B6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/api/admin/menu-items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change / remove menu items via OpenAPI docs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x-admin-key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/api/admin/orders/{id}/status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transitions (confirmed -&gt; cancelled)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x-admin-key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572000"/>
            <a:ext cx="346953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5"/>
          <p:cNvSpPr/>
          <p:nvPr/>
        </p:nvSpPr>
        <p:spPr>
          <a:xfrm>
            <a:off x="1005840" y="470916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FastAPI + SQLModel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1051560" y="512064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routing, dependency injection, automatic OpenAPI docs. SQLModel keeps types tidy. SQLite satisfies the brief's 'add food without code changes'.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4429658" y="4572000"/>
            <a:ext cx="346953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658258" y="470916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server-side totals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4703978" y="512064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the source of truth. Cannot trust client arithmetic. Easy to test. Protects users from a tampered or buggy client. Same principle for prep time.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8082077" y="4572000"/>
            <a:ext cx="346953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310677" y="470916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workflow scope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8356397" y="512064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-&gt; cancelled only. Same-status updates idempotent; reverse transitions rejected. Minimal, defendable, aligned to the brief - not overbuilt as a full kitchen system.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30357-C4A5-1C6B-7CB2-EA79F943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D9B298-EBEF-F079-B91F-44FA9302516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94BCEB-03B8-C275-7C1A-C8159749E11C}"/>
              </a:ext>
            </a:extLst>
          </p:cNvPr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35E4B4-5C3F-3509-E142-0B1FE234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1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journey end-to-end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1248385" y="1828800"/>
            <a:ext cx="77724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48385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/ Starters / Desserts via flyout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451049" y="2212848"/>
            <a:ext cx="182880" cy="0"/>
          </a:xfrm>
          <a:prstGeom prst="line">
            <a:avLst/>
          </a:prstGeom>
          <a:noFill/>
          <a:ln w="190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059354" y="1828800"/>
            <a:ext cx="77724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59354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2588209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633929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button captures snapshot to cart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262018" y="2212848"/>
            <a:ext cx="182880" cy="0"/>
          </a:xfrm>
          <a:prstGeom prst="line">
            <a:avLst/>
          </a:prstGeom>
          <a:noFill/>
          <a:ln w="190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870323" y="1828800"/>
            <a:ext cx="77724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70323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4399178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444898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bar + per-card quantity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072988" y="2212848"/>
            <a:ext cx="182880" cy="0"/>
          </a:xfrm>
          <a:prstGeom prst="line">
            <a:avLst/>
          </a:prstGeom>
          <a:noFill/>
          <a:ln w="190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681292" y="1828799"/>
            <a:ext cx="777240" cy="822961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68129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/>
          </a:p>
        </p:txBody>
      </p:sp>
      <p:sp>
        <p:nvSpPr>
          <p:cNvPr id="23" name="Text 21"/>
          <p:cNvSpPr/>
          <p:nvPr/>
        </p:nvSpPr>
        <p:spPr>
          <a:xfrm>
            <a:off x="6210148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255868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remove (with confirm), clear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7883957" y="2212848"/>
            <a:ext cx="182880" cy="0"/>
          </a:xfrm>
          <a:prstGeom prst="line">
            <a:avLst/>
          </a:prstGeom>
          <a:noFill/>
          <a:ln w="190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492261" y="1828799"/>
            <a:ext cx="777240" cy="822961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492261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8021117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8066837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+ busy-state guard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9694926" y="2212848"/>
            <a:ext cx="182880" cy="0"/>
          </a:xfrm>
          <a:prstGeom prst="line">
            <a:avLst/>
          </a:prstGeom>
          <a:noFill/>
          <a:ln w="190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0303231" y="1828799"/>
            <a:ext cx="777240" cy="822961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303231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/>
          </a:p>
        </p:txBody>
      </p:sp>
      <p:sp>
        <p:nvSpPr>
          <p:cNvPr id="33" name="Text 31"/>
          <p:cNvSpPr/>
          <p:nvPr/>
        </p:nvSpPr>
        <p:spPr>
          <a:xfrm>
            <a:off x="9832086" y="2743200"/>
            <a:ext cx="1719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9877806" y="3108960"/>
            <a:ext cx="1628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status, prep time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777240" y="4572000"/>
            <a:ext cx="10774375" cy="161699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05840" y="470916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guards the journey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1051560" y="516636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dialogs on every destructive action (remove line, clear order)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is busy-state guarded: button text and IsEnabled bound to IsPlacingOrder so a user cannot double-submit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re-prices the order on POST: client-side totals are display only; the confirmation message uses server numbers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Empty-cart state shown explicitly with disabled checkout; no silent path to a zero-line order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 split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774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in main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3248157" cy="411480"/>
          </a:xfrm>
          <a:prstGeom prst="rect">
            <a:avLst/>
          </a:prstGeom>
          <a:solidFill>
            <a:srgbClr val="C7973A"/>
          </a:solidFill>
          <a:ln w="12700">
            <a:solidFill>
              <a:srgbClr val="C797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025397" y="1783080"/>
            <a:ext cx="7526218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41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162557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 95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C7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- foundation, PM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051560" y="31546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MAUI scaffold and .NET 10 framework migration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MenuItemView with menu-item injection model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shared OrderState service (snapshot ownership pattern)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Order Summary page and checkout flow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quantity controls, platform-aware API base URL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on category pages, backend-down error surfacing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wireframe; weekly meetings documentation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 board (Azure DevOps)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 - backend, tests, post-merge MVVM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sole owner: FastAPI service, OpenAPI, validation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x-admin-key router-level dependency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totals, estimated preparation time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workflow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automated test suite: 51 backend pytest + 210 frontend xUnit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infrastructure: Core/Tests project split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</a:t>
            </a:r>
            <a:r>
              <a:rPr lang="en-US" sz="1200" err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OrderSummaryBar</a:t>
            </a: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IOrderStateService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vocabulary; offline cache; animation; prep time display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MVVM refactor: 5 phases / 24 commits / PR #11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MUST BASELINE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/ MAY: delivered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- 16 of 18 delivered, plus 2 partial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branding via shared Brand* tokens in Styles.xaml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page added to the flyout (additional primary page)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dessert palette via BasedOn overrides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dish images served from the backend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menu browsing (CachedApiService decorator)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press animation (ScaleToAsync 80ms in/out)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 prior to checkout (Clear Order)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x-admin-key admin protection (NOT full role-based access control)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order status shown at confirmation (NOT live status updates)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- 3 of 12 delivered, plus 3 partial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cards on Home: Today's pick + Today's indulgence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preparation / delivery time on order confirmation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CI workflow exists but is manual-trigger only (TEST-07)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in-app order confirmation alert (MAY - alert, not push notification)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guest-style ordering by default (MAY - no explicit guest flow)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scope by design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77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MAY items were deliberately deferred.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525002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history + reorder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47928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 next feature - pairs with existing GET /api/orders/{id}. Needs a list endpoint and a History page. Deferred because it would re-introduce a notion of user identity that the current data-minimisation posture deliberately avoids.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301588" y="2057400"/>
            <a:ext cx="525002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30188" y="219456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/ accounts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575908" y="2606040"/>
            <a:ext cx="47928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Foundational. Touches data handling (re-introduces personal data), security (password hashing, session management, RBAC), persistence (user table, order ownership), and every page that currently assumes guest flow. High-leverage but not a one-week item.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777240" y="4160520"/>
            <a:ext cx="525002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sandbox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51560" y="4709160"/>
            <a:ext cx="47928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real authentication and persisted orders with status transitions. PCI considerations apply even in sandbox mode. Deferred until the auth foundation lands.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301588" y="4160520"/>
            <a:ext cx="525002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30188" y="429768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6B6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dashboard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575908" y="4709160"/>
            <a:ext cx="47928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be useful for the operator but introduces data-handling questions (aggregate vs personal, retention, opt-out). The current no-PII posture should be revisited consciously before adding this.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8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0"/>
          </a:p>
        </p:txBody>
      </p:sp>
      <p:sp>
        <p:nvSpPr>
          <p:cNvPr id="4" name="Text 2"/>
          <p:cNvSpPr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REFLECTION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Tests, decisions, AI usage, ethics, and what's next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5943600" y="4297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verified the build, the four challenges that shaped the design, where AI helped and where judgement stayed human, and the future-development roadmap.</a:t>
            </a:r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 suite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4434840" y="1508760"/>
            <a:ext cx="34290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429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261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4572000" y="2302459"/>
            <a:ext cx="3154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- 51 pytest tests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and startup behaviour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Seed-on-empty + seed idempotency + category coverage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listing, filtering, and item lookup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 and CRUD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creation, totals, and persistence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prep-time calculation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transition rules + idempotency + reverse rejection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- 210 xUnit tests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492240" y="356616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OrderState behaviour: add / decrease / set / clear / totals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View-models: HomePage, OrderSummary (page + line), MenuItemCard, MenuItemView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projections: OrderSummaryLineSync, MenuItemCardSync (match-by-id, identity preservation)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RelayCommand + AsyncRelayCommand contract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OrderConfirmationPresenter formatting (invariant culture)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 + CachedApiService decorator (fallback paths)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doubles: FakeApiService, FakeDialogService, FakeNavigationService, FakeMenuCache, FakeHttpMessageHandler</a:t>
            </a:r>
            <a:endParaRPr 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CHALLENGES FROM THE BUILD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decisions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25002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Summary navigation got stuck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Order Summary as a pushed Shell route left the previous flyout item selected; tapping it again did nothing.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Order Summary as a top-level Shell destination; navigate via absolute //OrderSummaryPage route.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r>
              <a:rPr lang="en-US" sz="11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f649e36, decision-log entry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301588" y="1554480"/>
            <a:ext cx="525002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30188" y="169164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Quantity Entry desync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575908" y="210312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Entry could drift from the committed quantity; binding directly to Quantity allowed transient invalid values.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QuantityText buffer onto OrderSummaryLineViewModel; pure TryValidateQuantity helper for the validation logic.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r>
              <a:rPr lang="en-US" sz="11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b0990c7 / 16b8c48 / 4c960cc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525002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collection rebuild lost focus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051560" y="448056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MenuItemView's Clear() + re-add pattern on every cart change destroyed scroll position and Entry focus.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Match-by-MenuItemId incremental sync (OrderSummaryLineSync, MenuItemCardSync) preserves view-model identity.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r>
              <a:rPr lang="en-US" sz="11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fb910a4 / 8aa22d7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301588" y="3931920"/>
            <a:ext cx="525002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30188" y="4069080"/>
            <a:ext cx="4792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Pre-merge frontend was 'pragmatic MVVM'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575908" y="448056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Code-behind handlers, page-as-view-model, service-locator on pages all weakened the LO3 MVVM defence.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1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MVVM refactor: ICommand on every action, IDialog/INavigation abstractions, constructor DI on pages.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r>
              <a:rPr lang="en-US" sz="11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#11 (commit a6ccbf5) - 24 commits / 5 phases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TOOLS WERE USED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usage during development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the rubric across LO1+2, LO4+5, and LO6 of the viva. Below is what we used AI for, what stayed human, and how outputs were evaluated.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3469538" cy="411480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was used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documentation (viva notes, ethics, decision log)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planning: scoping the 5-phase MVVM with rollback anchors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for low-risk patterns: RelayCommand, OrderConfirmationPresenter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Bug-diagnosis dialogue (Order Summary navigation issue)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consistency review (test counts, attribution, stale references)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429658" y="2103120"/>
            <a:ext cx="3469538" cy="411480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58258" y="22402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was not used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703978" y="269748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design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decisions (what to ship vs defer)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smoke testing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trade-offs (singleton OrderState, x-admin-key, prep-time confirmation-only)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8082077" y="2103120"/>
            <a:ext cx="3469538" cy="411480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310677" y="224028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5D7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outputs were evaluated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356397" y="269748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AI-suggested code change committed as a separate green-building commit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 + dotnet test ran to green before the next commit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Rollback-anchor tags pre-homepage, pre-summary-vm, pre-commands marked known-good states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drafts checked against actual code</a:t>
            </a:r>
            <a:endParaRPr lang="en-US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accessibility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minimisation: no accounts, no PII collected, no analytics by design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Server-as-price-authority: backend re-prices every order so a tampered client cannot manipulate totals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dialogs on every destructive action remove line, clear order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is busy-state guarded against double submission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x-admin-key protects mutating endpoints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error messages on API failures rather than silent swallow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counter-position on offline cache: user only sees degraded state if cache is empty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brand palette: BrandInk text on light brand surfaces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touch targets on menu-card +/- controls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text labels (no icon-only controls)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limitations documented in docs/ethics-and-future-development.md</a:t>
            </a:r>
            <a:endParaRPr lang="en-US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77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NEXT, ORDERED BY LEVERAGE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development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07743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459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value, near-immediate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806440" y="1719072"/>
            <a:ext cx="5562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history, reorder from history, promo code / discount field.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7743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64592" cy="1051560"/>
          </a:xfrm>
          <a:prstGeom prst="rect">
            <a:avLst/>
          </a:prstGeom>
          <a:solidFill>
            <a:srgbClr val="C7973A"/>
          </a:solidFill>
          <a:ln w="12700">
            <a:solidFill>
              <a:srgbClr val="C797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C7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4300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value but architecturally weighty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806440" y="2907792"/>
            <a:ext cx="5562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order-status workflow (received -&gt; preparing -&gt; ready -&gt; collected); authentication and accounts (foundational; unlocks history, payments, admin RBAC).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107743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164592" cy="1051560"/>
          </a:xfrm>
          <a:prstGeom prst="rect">
            <a:avLst/>
          </a:prstGeom>
          <a:solidFill>
            <a:srgbClr val="6B655E"/>
          </a:solidFill>
          <a:ln w="12700">
            <a:solidFill>
              <a:srgbClr val="6B6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4300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14300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cost or compliance-heavy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806440" y="4096512"/>
            <a:ext cx="5562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sandbox (Stripe or equivalent; depends on auth and persisted orders); real-time kitchen workflow (websockets / push); analytics dashboard (requires conscious data-handling revisit); multi-branch support.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107743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77240" y="5120640"/>
            <a:ext cx="164592" cy="1051560"/>
          </a:xfrm>
          <a:prstGeom prst="rect">
            <a:avLst/>
          </a:prstGeom>
          <a:solidFill>
            <a:srgbClr val="8A847B"/>
          </a:solidFill>
          <a:ln w="12700">
            <a:solidFill>
              <a:srgbClr val="8A84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143000" y="5212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8A8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4300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polish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806440" y="5285232"/>
            <a:ext cx="5562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GitHub Actions pipeline (tests then artifacts); Android image-loading fix (currently a documented limitation); accessibility hardening pass (screen-reader audit, font scaling).</a:t>
            </a:r>
            <a:endParaRPr lang="en-US" sz="11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7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docs in the repo: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097280" y="49377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F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docs/viva/backend-viva-notes.md  -  </a:t>
            </a:r>
            <a:r>
              <a:rPr lang="en-US" sz="1100" i="1">
                <a:solidFill>
                  <a:srgbClr val="8A8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backend Q&amp;A reference</a:t>
            </a:r>
            <a:endParaRPr lang="en-US" sz="1100"/>
          </a:p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F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docs/viva/frontend-mvvm-refactor-notes.md  -  </a:t>
            </a:r>
            <a:r>
              <a:rPr lang="en-US" sz="1100" i="1">
                <a:solidFill>
                  <a:srgbClr val="8A8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MVVM Q&amp;A reference</a:t>
            </a:r>
            <a:endParaRPr lang="en-US" sz="1100"/>
          </a:p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F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docs/requirements/requirements-mapping.md  -  </a:t>
            </a:r>
            <a:r>
              <a:rPr lang="en-US" sz="1100" i="1">
                <a:solidFill>
                  <a:srgbClr val="8A8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requirement traced to evidence</a:t>
            </a:r>
            <a:endParaRPr lang="en-US" sz="1100"/>
          </a:p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F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docs/ethics-and-future-development.md  -  </a:t>
            </a:r>
            <a:r>
              <a:rPr lang="en-US" sz="1100" i="1">
                <a:solidFill>
                  <a:srgbClr val="8A8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ethics, AI usage, prioritised future work</a:t>
            </a:r>
            <a:endParaRPr lang="en-US" sz="1100"/>
          </a:p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F7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docs/meetings/decision-log.md  - </a:t>
            </a:r>
            <a:r>
              <a:rPr lang="en-US" sz="1100" i="1">
                <a:solidFill>
                  <a:srgbClr val="8A84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architectural decisions with reason and alternatives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Cuisine - Development Presentation</dc:title>
  <dc:subject>PptxGenJS Presentation</dc:subject>
  <dc:creator>Campus Cuisine team</dc:creator>
  <cp:revision>1</cp:revision>
  <dcterms:created xsi:type="dcterms:W3CDTF">2026-04-19T18:52:01Z</dcterms:created>
  <dcterms:modified xsi:type="dcterms:W3CDTF">2026-04-20T09:02:36Z</dcterms:modified>
</cp:coreProperties>
</file>